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238" y="315426"/>
            <a:ext cx="4573049" cy="4590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>
            <a:off x="6164625" y="1966625"/>
            <a:ext cx="0" cy="124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56" name="Google Shape;56;p13"/>
          <p:cNvSpPr txBox="1"/>
          <p:nvPr/>
        </p:nvSpPr>
        <p:spPr>
          <a:xfrm>
            <a:off x="5791200" y="244141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382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6165850" y="1695450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58" name="Google Shape;58;p13"/>
          <p:cNvSpPr txBox="1"/>
          <p:nvPr/>
        </p:nvSpPr>
        <p:spPr>
          <a:xfrm>
            <a:off x="5797550" y="165401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68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5092700" y="3067050"/>
            <a:ext cx="1200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0" name="Google Shape;60;p13"/>
          <p:cNvSpPr txBox="1"/>
          <p:nvPr/>
        </p:nvSpPr>
        <p:spPr>
          <a:xfrm>
            <a:off x="5454650" y="283726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380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4164013" y="2460475"/>
            <a:ext cx="898500" cy="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2" name="Google Shape;62;p13"/>
          <p:cNvSpPr txBox="1"/>
          <p:nvPr/>
        </p:nvSpPr>
        <p:spPr>
          <a:xfrm>
            <a:off x="4341813" y="222766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286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4265575" y="2002625"/>
            <a:ext cx="1500" cy="56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4" name="Google Shape;64;p13"/>
          <p:cNvSpPr txBox="1"/>
          <p:nvPr/>
        </p:nvSpPr>
        <p:spPr>
          <a:xfrm>
            <a:off x="4116375" y="199271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190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 flipH="1">
            <a:off x="3919250" y="1058325"/>
            <a:ext cx="5400" cy="88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6" name="Google Shape;66;p13"/>
          <p:cNvSpPr txBox="1"/>
          <p:nvPr/>
        </p:nvSpPr>
        <p:spPr>
          <a:xfrm>
            <a:off x="3785823" y="1335670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287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7" name="Google Shape;67;p13"/>
          <p:cNvCxnSpPr/>
          <p:nvPr/>
        </p:nvCxnSpPr>
        <p:spPr>
          <a:xfrm>
            <a:off x="3851913" y="1807375"/>
            <a:ext cx="299100" cy="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8" name="Google Shape;68;p13"/>
          <p:cNvSpPr txBox="1"/>
          <p:nvPr/>
        </p:nvSpPr>
        <p:spPr>
          <a:xfrm>
            <a:off x="3776555" y="1555685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128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9" name="Google Shape;69;p13"/>
          <p:cNvCxnSpPr/>
          <p:nvPr/>
        </p:nvCxnSpPr>
        <p:spPr>
          <a:xfrm>
            <a:off x="3513075" y="2462275"/>
            <a:ext cx="603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0" name="Google Shape;70;p13"/>
          <p:cNvSpPr txBox="1"/>
          <p:nvPr/>
        </p:nvSpPr>
        <p:spPr>
          <a:xfrm>
            <a:off x="3548013" y="2291872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179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71" name="Google Shape;71;p13"/>
          <p:cNvCxnSpPr/>
          <p:nvPr/>
        </p:nvCxnSpPr>
        <p:spPr>
          <a:xfrm>
            <a:off x="4267075" y="2639950"/>
            <a:ext cx="0" cy="879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2" name="Google Shape;72;p13"/>
          <p:cNvSpPr txBox="1"/>
          <p:nvPr/>
        </p:nvSpPr>
        <p:spPr>
          <a:xfrm>
            <a:off x="4100748" y="2884305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315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73" name="Google Shape;73;p13"/>
          <p:cNvCxnSpPr/>
          <p:nvPr/>
        </p:nvCxnSpPr>
        <p:spPr>
          <a:xfrm>
            <a:off x="2270019" y="1096925"/>
            <a:ext cx="1513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4" name="Google Shape;74;p13"/>
          <p:cNvSpPr txBox="1"/>
          <p:nvPr/>
        </p:nvSpPr>
        <p:spPr>
          <a:xfrm>
            <a:off x="2760075" y="1005779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370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75" name="Google Shape;75;p13"/>
          <p:cNvCxnSpPr/>
          <p:nvPr/>
        </p:nvCxnSpPr>
        <p:spPr>
          <a:xfrm>
            <a:off x="3367025" y="2627550"/>
            <a:ext cx="0" cy="879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6" name="Google Shape;76;p13"/>
          <p:cNvSpPr txBox="1"/>
          <p:nvPr/>
        </p:nvSpPr>
        <p:spPr>
          <a:xfrm>
            <a:off x="2984481" y="2884305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315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77" name="Google Shape;77;p13"/>
          <p:cNvCxnSpPr/>
          <p:nvPr/>
        </p:nvCxnSpPr>
        <p:spPr>
          <a:xfrm>
            <a:off x="2285013" y="3388975"/>
            <a:ext cx="11841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8" name="Google Shape;78;p13"/>
          <p:cNvSpPr txBox="1"/>
          <p:nvPr/>
        </p:nvSpPr>
        <p:spPr>
          <a:xfrm>
            <a:off x="2610363" y="315967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33</a:t>
            </a:r>
            <a:r>
              <a:rPr lang="ja" sz="1000">
                <a:solidFill>
                  <a:srgbClr val="FF0000"/>
                </a:solidFill>
              </a:rPr>
              <a:t>6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79" name="Google Shape;79;p13"/>
          <p:cNvCxnSpPr/>
          <p:nvPr/>
        </p:nvCxnSpPr>
        <p:spPr>
          <a:xfrm>
            <a:off x="2299713" y="2686375"/>
            <a:ext cx="399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0" name="Google Shape;80;p13"/>
          <p:cNvSpPr txBox="1"/>
          <p:nvPr/>
        </p:nvSpPr>
        <p:spPr>
          <a:xfrm>
            <a:off x="2232513" y="2634068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114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81" name="Google Shape;81;p13"/>
          <p:cNvCxnSpPr/>
          <p:nvPr/>
        </p:nvCxnSpPr>
        <p:spPr>
          <a:xfrm>
            <a:off x="2793750" y="2287175"/>
            <a:ext cx="0" cy="27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2" name="Google Shape;82;p13"/>
          <p:cNvSpPr txBox="1"/>
          <p:nvPr/>
        </p:nvSpPr>
        <p:spPr>
          <a:xfrm>
            <a:off x="2662906" y="225776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100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83" name="Google Shape;83;p13"/>
          <p:cNvCxnSpPr/>
          <p:nvPr/>
        </p:nvCxnSpPr>
        <p:spPr>
          <a:xfrm>
            <a:off x="2285019" y="467925"/>
            <a:ext cx="8724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4" name="Google Shape;84;p13"/>
          <p:cNvSpPr txBox="1"/>
          <p:nvPr/>
        </p:nvSpPr>
        <p:spPr>
          <a:xfrm>
            <a:off x="2454525" y="308572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176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85" name="Google Shape;85;p13"/>
          <p:cNvCxnSpPr/>
          <p:nvPr/>
        </p:nvCxnSpPr>
        <p:spPr>
          <a:xfrm>
            <a:off x="3059875" y="431675"/>
            <a:ext cx="0" cy="262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6" name="Google Shape;86;p13"/>
          <p:cNvSpPr txBox="1"/>
          <p:nvPr/>
        </p:nvSpPr>
        <p:spPr>
          <a:xfrm>
            <a:off x="2706340" y="393422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90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5186225" y="1057225"/>
            <a:ext cx="0" cy="57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8" name="Google Shape;88;p13"/>
          <p:cNvSpPr txBox="1"/>
          <p:nvPr/>
        </p:nvSpPr>
        <p:spPr>
          <a:xfrm>
            <a:off x="5032833" y="1193845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225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89" name="Google Shape;89;p13"/>
          <p:cNvCxnSpPr/>
          <p:nvPr/>
        </p:nvCxnSpPr>
        <p:spPr>
          <a:xfrm>
            <a:off x="5186225" y="732125"/>
            <a:ext cx="0" cy="31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0" name="Google Shape;90;p13"/>
          <p:cNvSpPr txBox="1"/>
          <p:nvPr/>
        </p:nvSpPr>
        <p:spPr>
          <a:xfrm>
            <a:off x="5032833" y="719670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92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91" name="Google Shape;91;p13"/>
          <p:cNvCxnSpPr/>
          <p:nvPr/>
        </p:nvCxnSpPr>
        <p:spPr>
          <a:xfrm>
            <a:off x="5724975" y="1116100"/>
            <a:ext cx="567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2" name="Google Shape;92;p13"/>
          <p:cNvSpPr txBox="1"/>
          <p:nvPr/>
        </p:nvSpPr>
        <p:spPr>
          <a:xfrm>
            <a:off x="5742233" y="1028466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190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93" name="Google Shape;93;p13"/>
          <p:cNvCxnSpPr/>
          <p:nvPr/>
        </p:nvCxnSpPr>
        <p:spPr>
          <a:xfrm>
            <a:off x="5168625" y="3261450"/>
            <a:ext cx="0" cy="24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4" name="Google Shape;94;p13"/>
          <p:cNvSpPr txBox="1"/>
          <p:nvPr/>
        </p:nvSpPr>
        <p:spPr>
          <a:xfrm>
            <a:off x="5029280" y="3214638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113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95" name="Google Shape;95;p13"/>
          <p:cNvCxnSpPr/>
          <p:nvPr/>
        </p:nvCxnSpPr>
        <p:spPr>
          <a:xfrm>
            <a:off x="3621513" y="2627550"/>
            <a:ext cx="1500" cy="56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6" name="Google Shape;96;p13"/>
          <p:cNvSpPr txBox="1"/>
          <p:nvPr/>
        </p:nvSpPr>
        <p:spPr>
          <a:xfrm>
            <a:off x="3473491" y="2600930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194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2610363" y="4607066"/>
            <a:ext cx="862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8" name="Google Shape;98;p13"/>
          <p:cNvSpPr txBox="1"/>
          <p:nvPr/>
        </p:nvSpPr>
        <p:spPr>
          <a:xfrm>
            <a:off x="2760063" y="4509927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227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402663" y="4518165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136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100" name="Google Shape;100;p13"/>
          <p:cNvCxnSpPr/>
          <p:nvPr/>
        </p:nvCxnSpPr>
        <p:spPr>
          <a:xfrm>
            <a:off x="3548013" y="4607066"/>
            <a:ext cx="242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1" name="Google Shape;101;p13"/>
          <p:cNvCxnSpPr/>
          <p:nvPr/>
        </p:nvCxnSpPr>
        <p:spPr>
          <a:xfrm>
            <a:off x="3384636" y="4201800"/>
            <a:ext cx="1500" cy="56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2" name="Google Shape;102;p13"/>
          <p:cNvSpPr txBox="1"/>
          <p:nvPr/>
        </p:nvSpPr>
        <p:spPr>
          <a:xfrm>
            <a:off x="2996767" y="4314602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175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>
            <a:off x="2270013" y="4618666"/>
            <a:ext cx="242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4" name="Google Shape;104;p13"/>
          <p:cNvSpPr txBox="1"/>
          <p:nvPr/>
        </p:nvSpPr>
        <p:spPr>
          <a:xfrm>
            <a:off x="2135513" y="4520926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0000"/>
                </a:solidFill>
              </a:rPr>
              <a:t>190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